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" y="4892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P304TMPL_PROPOSAL</a:t>
            </a:r>
            <a:endParaRPr lang="en-US" sz="1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MINERVOT · 2026年9月23日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本日の流れ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構成が担当者ごとにばらつく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確認前に形が揃わない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目的・課題・提案・効果・次のアクションを固定順で揃える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完成ファイル（.pptx）をそのまま共有できる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PowerPoint（.pptx）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営業・社内説明の見本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注意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数値・固有名詞は見本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9824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7" name="Text 5"/>
          <p:cNvSpPr/>
          <p:nvPr/>
        </p:nvSpPr>
        <p:spPr>
          <a:xfrm>
            <a:off x="1639824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見本ファイルをダウンロードして開く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3928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9392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1" name="Text 9"/>
          <p:cNvSpPr/>
          <p:nvPr/>
        </p:nvSpPr>
        <p:spPr>
          <a:xfrm>
            <a:off x="4279392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25368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実際の依頼文で1件作ってみる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3496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18960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5" name="Text 13"/>
          <p:cNvSpPr/>
          <p:nvPr/>
        </p:nvSpPr>
        <p:spPr>
          <a:xfrm>
            <a:off x="6918960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4936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必要ならテンプレやトーンを記憶させる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課題：資料作成に毎回時間がかかる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提案：依頼文からスライド構成まで一気に用意する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次のアクション：見本ファイルをダウンロードして開く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ご相談ください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B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 Design Theme">
  <a:themeElements>
    <a:clrScheme name="ATLAS">
      <a:dk1>
        <a:sysClr val="windowText" lastClr="000000"/>
      </a:dk1>
      <a:lt1>
        <a:sysClr val="window" lastClr="FFFFFF"/>
      </a:lt1>
      <a:dk2>
        <a:srgbClr val="0B5CAB"/>
      </a:dk2>
      <a:lt2>
        <a:srgbClr val="E7E6E6"/>
      </a:lt2>
      <a:accent1>
        <a:srgbClr val="0B5CA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営業提案スライド（見本）</dc:title>
  <dc:subject>MINERVOT · proposal</dc:subject>
  <dc:creator>MINERVOT</dc:creator>
  <cp:lastModifiedBy>MINERVOT</cp:lastModifiedBy>
  <cp:revision>1</cp:revision>
  <dcterms:created xsi:type="dcterms:W3CDTF">2026-09-23T12:34:28Z</dcterms:created>
  <dcterms:modified xsi:type="dcterms:W3CDTF">2026-09-23T12:34:28Z</dcterms:modified>
</cp:coreProperties>
</file>