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営業提案スライド（見本）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" y="4892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P304TMPL_PROPOSAL</a:t>
            </a:r>
            <a:endParaRPr lang="en-US" sz="100" dirty="0"/>
          </a:p>
        </p:txBody>
      </p:sp>
      <p:sp>
        <p:nvSpPr>
          <p:cNvPr id="6" name="Text 4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Atlas · 2026年8月10日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アジェンダ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800" dirty="0"/>
          </a:p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</a:t>
            </a:r>
            <a:endParaRPr lang="en-US" sz="1800" dirty="0"/>
          </a:p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1800" dirty="0"/>
          </a:p>
          <a:p>
            <a:pPr algn="l" marL="342900" indent="-342900">
              <a:lnSpc>
                <a:spcPts val="22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 — Key points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資料作成に毎回時間がかかる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構成が担当者ごとにばらつく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確認前に形が揃わない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 — Key points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依頼文からスライド構成まで一気に用意する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目的・課題・提案・効果・次のアクションを固定順で揃える</a:t>
            </a:r>
            <a:endParaRPr lang="en-US" sz="17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完成ファイル（.pptx）をそのまま共有できる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886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--- | --- |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886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形式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PowerPoint（.pptx）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営業・社内説明の見本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注意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数値・固有名詞は見本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3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8016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見本ファイルをダウンロードして開く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実際の依頼文で1件作ってみる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必要ならテンプレやトーンを記憶させる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サマリー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</a:t>
            </a:r>
            <a:endParaRPr lang="en-US" sz="18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</a:t>
            </a:r>
            <a:endParaRPr lang="en-US" sz="18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効果</a:t>
            </a:r>
            <a:endParaRPr lang="en-US" sz="1800" dirty="0"/>
          </a:p>
          <a:p>
            <a:pPr algn="l" marL="342900" indent="-342900">
              <a:lnSpc>
                <a:spcPts val="2600"/>
              </a:lnSpc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次のアクション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ありがとうございました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営業提案スライド（見本）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LAS Design Theme">
  <a:themeElements>
    <a:clrScheme name="ATLAS">
      <a:dk1>
        <a:sysClr val="windowText" lastClr="000000"/>
      </a:dk1>
      <a:lt1>
        <a:sysClr val="window" lastClr="FFFFFF"/>
      </a:lt1>
      <a:dk2>
        <a:srgbClr val="0B5CAB"/>
      </a:dk2>
      <a:lt2>
        <a:srgbClr val="E7E6E6"/>
      </a:lt2>
      <a:accent1>
        <a:srgbClr val="0B5CA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営業提案スライド（見本）</dc:title>
  <dc:subject>MINERVOT 成果物エンジンにより生成 · proposal</dc:subject>
  <dc:creator>Atlas</dc:creator>
  <cp:lastModifiedBy>Atlas</cp:lastModifiedBy>
  <cp:revision>1</cp:revision>
  <dcterms:created xsi:type="dcterms:W3CDTF">2026-08-10T14:48:33Z</dcterms:created>
  <dcterms:modified xsi:type="dcterms:W3CDTF">2026-08-10T14:48:33Z</dcterms:modified>
</cp:coreProperties>
</file>